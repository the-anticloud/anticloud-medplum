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Society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MEDPLUM | Category: MEDICAL_HEALTH</a:t>
            </a:r>
          </a:p>
          <a:p>
            <a:r>
              <a:rPr sz="1400"/>
              <a:t>Upstream: https://github.com/medplum/medplum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society for the Anticloud integration of MEDPLUM.</a:t>
            </a:r>
          </a:p>
          <a:p>
            <a:r>
              <a:rPr sz="1400"/>
              <a:t>FHIR-native healthcare platform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MEDPLUM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